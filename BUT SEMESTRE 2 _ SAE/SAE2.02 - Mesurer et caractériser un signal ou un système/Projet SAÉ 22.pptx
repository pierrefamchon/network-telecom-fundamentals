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493d28b9d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493d28b9d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493d28b9d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493d28b9d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cd75f555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cd75f555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493d28b9d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493d28b9d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cd75f555f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cd75f555f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cd75f555f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cd75f555f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dc82e7c31d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dc82e7c31d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493d28b9dc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493d28b9dc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dc82e7c31d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dc82e7c31d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4e9c4982a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4e9c4982a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91350" y="1040874"/>
            <a:ext cx="5361300" cy="192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 SAÉ 2.02 </a:t>
            </a:r>
            <a:r>
              <a:rPr lang="fr"/>
              <a:t>: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fr" sz="1600"/>
              <a:t>Mesurer et caractériser un signal ou un système</a:t>
            </a:r>
            <a:endParaRPr sz="160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3252750" y="431700"/>
            <a:ext cx="26385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800">
                <a:latin typeface="Nunito"/>
                <a:ea typeface="Nunito"/>
                <a:cs typeface="Nunito"/>
                <a:sym typeface="Nunito"/>
              </a:rPr>
              <a:t>EDOUARD Nicolas </a:t>
            </a:r>
            <a:endParaRPr sz="3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800">
                <a:latin typeface="Nunito"/>
                <a:ea typeface="Nunito"/>
                <a:cs typeface="Nunito"/>
                <a:sym typeface="Nunito"/>
              </a:rPr>
              <a:t>FAMCHON Pierre</a:t>
            </a:r>
            <a:endParaRPr sz="38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575" y="3194250"/>
            <a:ext cx="2186611" cy="113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0250" y="3194250"/>
            <a:ext cx="1551649" cy="107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5175" y="2795612"/>
            <a:ext cx="1871226" cy="187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type="title"/>
          </p:nvPr>
        </p:nvSpPr>
        <p:spPr>
          <a:xfrm>
            <a:off x="1778125" y="424575"/>
            <a:ext cx="5377500" cy="13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u="sng"/>
              <a:t>Sommaire : </a:t>
            </a:r>
            <a:endParaRPr i="1" u="sng"/>
          </a:p>
        </p:txBody>
      </p:sp>
      <p:sp>
        <p:nvSpPr>
          <p:cNvPr id="138" name="Google Shape;138;p14"/>
          <p:cNvSpPr txBox="1"/>
          <p:nvPr>
            <p:ph idx="4294967295" type="body"/>
          </p:nvPr>
        </p:nvSpPr>
        <p:spPr>
          <a:xfrm>
            <a:off x="1410200" y="1390200"/>
            <a:ext cx="5181000" cy="31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de la SAÉ 2.02 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b="1" lang="fr" sz="1200" u="sng"/>
              <a:t>Séance 2 :</a:t>
            </a:r>
            <a:endParaRPr b="1" sz="1200" u="sng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Définition du codage DTMF et ses origines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fr" sz="1200" u="sng"/>
              <a:t>Séance 3 :</a:t>
            </a:r>
            <a:endParaRPr b="1" sz="1200" u="sng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Création d’un fichier “.wav” à l’aide d’Audacity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Analyse spectrale du clavier DTMF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Affichage de chaque touche du clavier DTMF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fr" sz="1200" u="sng"/>
              <a:t>Séance 4 :</a:t>
            </a:r>
            <a:endParaRPr b="1" sz="1200" u="sng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Comparaison entre un signal numérique et analogique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Filtrage d’un signal bruité, à l’aide d’un filtre passe-bas</a:t>
            </a:r>
            <a:endParaRPr sz="12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i="1" lang="fr" sz="1100"/>
              <a:t>Conclusion</a:t>
            </a:r>
            <a:endParaRPr b="1" i="1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819150" y="8333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de la SAÉ 2.02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4" name="Google Shape;144;p15"/>
          <p:cNvSpPr txBox="1"/>
          <p:nvPr>
            <p:ph idx="1" type="body"/>
          </p:nvPr>
        </p:nvSpPr>
        <p:spPr>
          <a:xfrm>
            <a:off x="1074425" y="1975700"/>
            <a:ext cx="3677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00" u="sng"/>
              <a:t>Connecter les entreprises et les usagers :</a:t>
            </a:r>
            <a:endParaRPr b="1" sz="1400" u="sng"/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Mesures –&gt; Analyser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Caractériser des systèmes de transmissions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Déployer des supports de transmission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Communiquer avec un tiers :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Client/Collaborateur</a:t>
            </a:r>
            <a:endParaRPr/>
          </a:p>
        </p:txBody>
      </p:sp>
      <p:sp>
        <p:nvSpPr>
          <p:cNvPr id="145" name="Google Shape;145;p15"/>
          <p:cNvSpPr txBox="1"/>
          <p:nvPr>
            <p:ph idx="2" type="body"/>
          </p:nvPr>
        </p:nvSpPr>
        <p:spPr>
          <a:xfrm>
            <a:off x="5022525" y="1975700"/>
            <a:ext cx="3347400" cy="23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00" u="sng"/>
              <a:t>Objectifs : </a:t>
            </a:r>
            <a:endParaRPr b="1" sz="1400"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Faire 3 Notebooks Jupyter :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Recherche documentaire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Partie simulation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Mise en oeuvre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Diaporama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Séance 2 : </a:t>
            </a:r>
            <a:r>
              <a:rPr lang="fr"/>
              <a:t>Jupyter Notebook</a:t>
            </a:r>
            <a:endParaRPr/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298875" y="1980400"/>
            <a:ext cx="32055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u="sng"/>
              <a:t>Définition du codage DTMF : </a:t>
            </a:r>
            <a:endParaRPr b="1"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Signification de l'Acronyme DTMF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Méthode de Signalisation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Composition de Fréquences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Utilisations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Compatibilité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idx="2" type="body"/>
          </p:nvPr>
        </p:nvSpPr>
        <p:spPr>
          <a:xfrm>
            <a:off x="4534425" y="1980400"/>
            <a:ext cx="3686100" cy="18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u="sng"/>
              <a:t>Les origines du codage DTMF : </a:t>
            </a:r>
            <a:endParaRPr b="1"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Besoin de Signalisation Téléphonique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Recherche et Développement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Invention du DTMF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Caractéristiques du Signal DTMF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608425" y="4459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Séance 3 : </a:t>
            </a:r>
            <a:r>
              <a:rPr lang="fr" sz="2600"/>
              <a:t>Analyse DTMF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Audacity</a:t>
            </a:r>
            <a:endParaRPr sz="1600"/>
          </a:p>
        </p:txBody>
      </p:sp>
      <p:sp>
        <p:nvSpPr>
          <p:cNvPr id="158" name="Google Shape;158;p17"/>
          <p:cNvSpPr txBox="1"/>
          <p:nvPr/>
        </p:nvSpPr>
        <p:spPr>
          <a:xfrm>
            <a:off x="725000" y="1475850"/>
            <a:ext cx="64071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Création du fichier “.wav” à l’aide du logiciel Audacity : </a:t>
            </a:r>
            <a:endParaRPr b="1" i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000" y="1748725"/>
            <a:ext cx="3171125" cy="23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9611" y="2430232"/>
            <a:ext cx="3234163" cy="9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608425" y="4459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Séance 3 : </a:t>
            </a:r>
            <a:r>
              <a:rPr lang="fr" sz="2600"/>
              <a:t>Analyse DTMF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Analyse spectrale</a:t>
            </a:r>
            <a:endParaRPr sz="1600"/>
          </a:p>
        </p:txBody>
      </p:sp>
      <p:sp>
        <p:nvSpPr>
          <p:cNvPr id="166" name="Google Shape;166;p18"/>
          <p:cNvSpPr txBox="1"/>
          <p:nvPr/>
        </p:nvSpPr>
        <p:spPr>
          <a:xfrm>
            <a:off x="1589100" y="3632475"/>
            <a:ext cx="59658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Réalisation de l’analyse spectrale des différentes tonalités DTMF contenue dans le fichier tonalité.wav </a:t>
            </a:r>
            <a:endParaRPr b="1" i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488" y="1534775"/>
            <a:ext cx="5439575" cy="17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608425" y="4459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Séance 3 : </a:t>
            </a:r>
            <a:r>
              <a:rPr lang="fr" sz="2600"/>
              <a:t>Analyse DTMF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Affichage des touches DTMF</a:t>
            </a:r>
            <a:endParaRPr sz="1600"/>
          </a:p>
        </p:txBody>
      </p:sp>
      <p:pic>
        <p:nvPicPr>
          <p:cNvPr id="173" name="Google Shape;17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8625" y="1786000"/>
            <a:ext cx="2838125" cy="198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2364150" y="3825850"/>
            <a:ext cx="8184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Résultat</a:t>
            </a:r>
            <a:endParaRPr b="1" i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4759675" y="2279150"/>
            <a:ext cx="33546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Réalisation d’un programme python qui affiche le numéro des différentes touches entendues dans le fichier .WAV</a:t>
            </a:r>
            <a:endParaRPr b="1" i="1" sz="13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787950" y="540375"/>
            <a:ext cx="7568100" cy="10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Séance 4 : Traitement de signal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Comparaison filtre analogique et numérique</a:t>
            </a:r>
            <a:endParaRPr sz="1600"/>
          </a:p>
        </p:txBody>
      </p:sp>
      <p:sp>
        <p:nvSpPr>
          <p:cNvPr id="181" name="Google Shape;181;p20"/>
          <p:cNvSpPr txBox="1"/>
          <p:nvPr/>
        </p:nvSpPr>
        <p:spPr>
          <a:xfrm>
            <a:off x="1302575" y="4093375"/>
            <a:ext cx="67623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Résultat d’un programme visant à différencier un filtre passe-bas analogique et numérique</a:t>
            </a:r>
            <a:endParaRPr b="1" i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3550" y="1779700"/>
            <a:ext cx="2609434" cy="204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9050" y="1755199"/>
            <a:ext cx="2546775" cy="2040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787950" y="540375"/>
            <a:ext cx="7568100" cy="10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Séance 4 : </a:t>
            </a:r>
            <a:r>
              <a:rPr lang="fr"/>
              <a:t>Traitement de signal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Étude sur un signal bruité</a:t>
            </a:r>
            <a:endParaRPr sz="1600"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900" y="1587375"/>
            <a:ext cx="3698624" cy="245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1475" y="1639012"/>
            <a:ext cx="3265700" cy="22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1999950" y="4158075"/>
            <a:ext cx="57930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Étude d’un filtre passe-bas analogique(1) et numérique(2) sur un signal bruité</a:t>
            </a: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33550" y="2448075"/>
            <a:ext cx="17238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(1)</a:t>
            </a:r>
            <a:endParaRPr b="1" i="1"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(2)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787950" y="540375"/>
            <a:ext cx="7568100" cy="10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Séance 4 : </a:t>
            </a:r>
            <a:r>
              <a:rPr lang="fr"/>
              <a:t>Traitement de signal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Étude sur un signal DTMF généré</a:t>
            </a:r>
            <a:endParaRPr sz="1600"/>
          </a:p>
        </p:txBody>
      </p:sp>
      <p:pic>
        <p:nvPicPr>
          <p:cNvPr id="198" name="Google Shape;19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387" y="1587375"/>
            <a:ext cx="4376126" cy="29076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5891475" y="2287275"/>
            <a:ext cx="2397900" cy="15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Étude sur un signal DTMF généré → bruité puis filtré par un filtre analogique et numérique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>
            <p:ph type="title"/>
          </p:nvPr>
        </p:nvSpPr>
        <p:spPr>
          <a:xfrm>
            <a:off x="3254925" y="19751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1725750" y="4080450"/>
            <a:ext cx="5692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Merci de nous avoir écouté, nous sommes prêt à répondre à vos questions.</a:t>
            </a: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725" y="455675"/>
            <a:ext cx="2186611" cy="113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