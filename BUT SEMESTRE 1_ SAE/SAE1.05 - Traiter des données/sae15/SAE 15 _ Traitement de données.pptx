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b2f181346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b2f181346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b2f181346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b2f181346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2f181346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b2f181346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b2f181346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b2f181346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b2f1813463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b2f1813463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b2f181346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b2f181346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b2f181346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b2f181346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b2f181346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b2f181346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rahzlY02gPP0P4piV8Ww5UCJz4ggBoOzohunP89iw6o/edit#heading=h.gjdgxs" TargetMode="External"/><Relationship Id="rId4" Type="http://schemas.openxmlformats.org/officeDocument/2006/relationships/hyperlink" Target="https://docs.google.com/document/d/1rahzlY02gPP0P4piV8Ww5UCJz4ggBoOzohunP89iw6o/edit#heading=h.gjdgxs" TargetMode="External"/><Relationship Id="rId9" Type="http://schemas.openxmlformats.org/officeDocument/2006/relationships/hyperlink" Target="https://docs.google.com/document/d/1rahzlY02gPP0P4piV8Ww5UCJz4ggBoOzohunP89iw6o/edit#heading=h.gjdgxs" TargetMode="External"/><Relationship Id="rId5" Type="http://schemas.openxmlformats.org/officeDocument/2006/relationships/hyperlink" Target="https://docs.google.com/document/d/1rahzlY02gPP0P4piV8Ww5UCJz4ggBoOzohunP89iw6o/edit#heading=h.gjdgxs" TargetMode="External"/><Relationship Id="rId6" Type="http://schemas.openxmlformats.org/officeDocument/2006/relationships/hyperlink" Target="https://docs.google.com/document/d/1rahzlY02gPP0P4piV8Ww5UCJz4ggBoOzohunP89iw6o/edit#heading=h.gjdgxs" TargetMode="External"/><Relationship Id="rId7" Type="http://schemas.openxmlformats.org/officeDocument/2006/relationships/hyperlink" Target="https://docs.google.com/document/d/1rahzlY02gPP0P4piV8Ww5UCJz4ggBoOzohunP89iw6o/edit#heading=h.gjdgxs" TargetMode="External"/><Relationship Id="rId8" Type="http://schemas.openxmlformats.org/officeDocument/2006/relationships/hyperlink" Target="https://docs.google.com/document/d/1rahzlY02gPP0P4piV8Ww5UCJz4ggBoOzohunP89iw6o/edit#heading=h.gjdgx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95900" y="1578400"/>
            <a:ext cx="53589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/>
              <a:t>SAE 15 :</a:t>
            </a:r>
            <a:r>
              <a:rPr lang="fr"/>
              <a:t> </a:t>
            </a:r>
            <a:r>
              <a:rPr i="1" lang="fr" sz="2000" u="sng"/>
              <a:t>Traitement de données</a:t>
            </a:r>
            <a:endParaRPr i="1" sz="2000" u="sng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Pierre Famchon - Yohan Piek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Sommaire :</a:t>
            </a:r>
            <a:endParaRPr b="1" i="1" u="sng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3"/>
              </a:rPr>
              <a:t>1. Gant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2</a:t>
            </a: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4"/>
              </a:rPr>
              <a:t>. Matrice RACI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3</a:t>
            </a: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5"/>
              </a:rPr>
              <a:t>. Présentation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4</a:t>
            </a: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6"/>
              </a:rPr>
              <a:t>. Bash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5</a:t>
            </a: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7"/>
              </a:rPr>
              <a:t>. Python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6</a:t>
            </a:r>
            <a:r>
              <a:rPr i="1"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8"/>
              </a:rPr>
              <a:t>. php		</a:t>
            </a:r>
            <a:endParaRPr i="1"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marR="3600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550">
                <a:latin typeface="Liberation Serif"/>
                <a:ea typeface="Liberation Serif"/>
                <a:cs typeface="Liberation Serif"/>
                <a:sym typeface="Liberation Serif"/>
              </a:rPr>
              <a:t>7. Portfolio </a:t>
            </a:r>
            <a:r>
              <a:rPr lang="fr" sz="1550">
                <a:uFill>
                  <a:noFill/>
                </a:uFill>
                <a:latin typeface="Liberation Serif"/>
                <a:ea typeface="Liberation Serif"/>
                <a:cs typeface="Liberation Serif"/>
                <a:sym typeface="Liberation Serif"/>
                <a:hlinkClick r:id="rId9"/>
              </a:rPr>
              <a:t>	</a:t>
            </a:r>
            <a:endParaRPr sz="155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spcBef>
                <a:spcPts val="141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312600" y="3786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1.Gantt</a:t>
            </a:r>
            <a:endParaRPr b="1" i="1" u="sng"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600" y="1419738"/>
            <a:ext cx="7038900" cy="3131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2.Matrice RACI</a:t>
            </a:r>
            <a:endParaRPr b="1" i="1" u="sng"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5571500" y="1270125"/>
            <a:ext cx="3285300" cy="14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  = Responsable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 = Autorité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 = Consultant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I = Informé</a:t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850" y="1307850"/>
            <a:ext cx="3494800" cy="32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3.Présentation</a:t>
            </a:r>
            <a:endParaRPr b="1" i="1" u="sng"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192050"/>
            <a:ext cx="67854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/>
              <a:t>Le but de cette sae 15, était de récupérer un </a:t>
            </a:r>
            <a:r>
              <a:rPr i="1" lang="fr"/>
              <a:t>fichier</a:t>
            </a:r>
            <a:r>
              <a:rPr i="1" lang="fr"/>
              <a:t> csv, puis de le convertir en fichier json, et l’afficher </a:t>
            </a:r>
            <a:r>
              <a:rPr i="1" lang="fr"/>
              <a:t>grâce à un script php</a:t>
            </a:r>
            <a:r>
              <a:rPr i="1" lang="fr"/>
              <a:t> </a:t>
            </a:r>
            <a:endParaRPr i="1"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843325"/>
            <a:ext cx="4527910" cy="254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4.Bash</a:t>
            </a:r>
            <a:endParaRPr b="1" i="1" u="sng"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5852700" y="1173675"/>
            <a:ext cx="3099600" cy="11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>
                <a:latin typeface="Liberation Serif"/>
                <a:ea typeface="Liberation Serif"/>
                <a:cs typeface="Liberation Serif"/>
                <a:sym typeface="Liberation Serif"/>
              </a:rPr>
              <a:t>Ce script bash sert à récupérer le fichier csv, à le dézipper puis il trie et découpe le fichier csv, et finis en lançant notre script python.</a:t>
            </a:r>
            <a:endParaRPr i="1"/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600" y="1139525"/>
            <a:ext cx="4447633" cy="353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5.Python</a:t>
            </a:r>
            <a:endParaRPr b="1" i="1" u="sng"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6496350" y="1169700"/>
            <a:ext cx="2470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>
                <a:latin typeface="Liberation Serif"/>
                <a:ea typeface="Liberation Serif"/>
                <a:cs typeface="Liberation Serif"/>
                <a:sym typeface="Liberation Serif"/>
              </a:rPr>
              <a:t>Ce script python sert à convertir le fichier csv en fichier json.</a:t>
            </a:r>
            <a:endParaRPr i="1"/>
          </a:p>
        </p:txBody>
      </p:sp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5022900" cy="29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6.PHP</a:t>
            </a:r>
            <a:endParaRPr b="1" i="1" u="sng"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1297500" y="984400"/>
            <a:ext cx="7038900" cy="11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>
                <a:latin typeface="Liberation Serif"/>
                <a:ea typeface="Liberation Serif"/>
                <a:cs typeface="Liberation Serif"/>
                <a:sym typeface="Liberation Serif"/>
              </a:rPr>
              <a:t>Ce script php sert à afficher les données à l’origine se trouvant dans le fichier csv d’origine, qui a ensuite été trié, puis transformé en fichier json.</a:t>
            </a:r>
            <a:endParaRPr i="1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>
                <a:latin typeface="Liberation Serif"/>
                <a:ea typeface="Liberation Serif"/>
                <a:cs typeface="Liberation Serif"/>
                <a:sym typeface="Liberation Serif"/>
              </a:rPr>
              <a:t>Le script était fourni, suffit de le modifier et de l’adapter.</a:t>
            </a:r>
            <a:endParaRPr i="1"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887" y="2140150"/>
            <a:ext cx="5764126" cy="24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u="sng"/>
              <a:t>7.Portfolio</a:t>
            </a:r>
            <a:endParaRPr b="1" i="1" u="sng"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4759200" y="1541325"/>
            <a:ext cx="3577200" cy="9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>
                <a:latin typeface="Liberation Serif"/>
                <a:ea typeface="Liberation Serif"/>
                <a:cs typeface="Liberation Serif"/>
                <a:sym typeface="Liberation Serif"/>
              </a:rPr>
              <a:t>Nous devions faire un portfolio, contenant les compétences acquises, et les ressources acquises.</a:t>
            </a:r>
            <a:endParaRPr b="1" i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250" y="1541325"/>
            <a:ext cx="2969100" cy="265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