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d941279399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d941279399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f7319ea76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f7319ea76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7319ea76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f7319ea76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f7319ea766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f7319ea76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7319ea76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7319ea76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7319ea76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7319ea76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 1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0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0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SAE 15</a:t>
            </a:r>
            <a:r>
              <a:rPr lang="fr"/>
              <a:t> : Traitement de données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Nicolas Edouard, </a:t>
            </a:r>
            <a:r>
              <a:rPr lang="fr"/>
              <a:t>Pierre Famch</a:t>
            </a:r>
            <a:r>
              <a:rPr lang="fr"/>
              <a:t>on</a:t>
            </a:r>
            <a:r>
              <a:rPr lang="fr"/>
              <a:t>, Lucas, Logan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8566425" y="4615500"/>
            <a:ext cx="4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1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578650" y="873300"/>
            <a:ext cx="7852200" cy="35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900"/>
              <a:t>Sommaire :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2900"/>
              <a:t>I</a:t>
            </a:r>
            <a:r>
              <a:rPr lang="fr" sz="2900"/>
              <a:t>ntroduction</a:t>
            </a:r>
            <a:endParaRPr sz="2900"/>
          </a:p>
          <a:p>
            <a:pPr indent="-3943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2900"/>
              <a:t>Présentation de la SAE</a:t>
            </a:r>
            <a:endParaRPr sz="2900"/>
          </a:p>
          <a:p>
            <a:pPr indent="-3943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2900"/>
              <a:t>Langages utilisés</a:t>
            </a:r>
            <a:endParaRPr sz="2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/>
              <a:t>- Bash</a:t>
            </a:r>
            <a:endParaRPr sz="29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/>
              <a:t>- Python</a:t>
            </a:r>
            <a:r>
              <a:rPr lang="fr" sz="2900"/>
              <a:t> </a:t>
            </a:r>
            <a:endParaRPr sz="2900"/>
          </a:p>
          <a:p>
            <a:pPr indent="-3943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2900"/>
              <a:t>Conclusion</a:t>
            </a:r>
            <a:endParaRPr sz="2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8502725" y="4597300"/>
            <a:ext cx="7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2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66200" y="473650"/>
            <a:ext cx="8145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/>
              <a:t>Introduction :</a:t>
            </a:r>
            <a:endParaRPr sz="31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700"/>
              <a:t>Conversion des données du format CSV, au format JSON, puis affichage des données, </a:t>
            </a:r>
            <a:r>
              <a:rPr lang="fr" sz="1700"/>
              <a:t>grâce</a:t>
            </a:r>
            <a:r>
              <a:rPr lang="fr" sz="1700"/>
              <a:t> au PHP sur une page web dynamique.</a:t>
            </a:r>
            <a:endParaRPr sz="17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400" y="1435775"/>
            <a:ext cx="333375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8511800" y="4569000"/>
            <a:ext cx="8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3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: Bash 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8597700" y="4614550"/>
            <a:ext cx="5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4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225" y="1060875"/>
            <a:ext cx="56335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/>
              <a:t>Présentation : Bash</a:t>
            </a:r>
            <a:endParaRPr sz="3100"/>
          </a:p>
        </p:txBody>
      </p:sp>
      <p:sp>
        <p:nvSpPr>
          <p:cNvPr id="91" name="Google Shape;91;p18"/>
          <p:cNvSpPr txBox="1"/>
          <p:nvPr/>
        </p:nvSpPr>
        <p:spPr>
          <a:xfrm>
            <a:off x="8593750" y="4697425"/>
            <a:ext cx="45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5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63" y="1124625"/>
            <a:ext cx="639127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/>
              <a:t>Présentation : Python </a:t>
            </a:r>
            <a:endParaRPr sz="310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650" y="1017725"/>
            <a:ext cx="6094024" cy="4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8575500" y="4654050"/>
            <a:ext cx="5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6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/>
              <a:t>Conclusion :</a:t>
            </a:r>
            <a:endParaRPr sz="310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MERCI de nous avoir écouté </a:t>
            </a:r>
            <a:endParaRPr sz="3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3500"/>
              <a:t>Si vous avez des questions n’hésitez pas </a:t>
            </a:r>
            <a:endParaRPr sz="3500"/>
          </a:p>
        </p:txBody>
      </p:sp>
      <p:sp>
        <p:nvSpPr>
          <p:cNvPr id="106" name="Google Shape;106;p20"/>
          <p:cNvSpPr txBox="1"/>
          <p:nvPr/>
        </p:nvSpPr>
        <p:spPr>
          <a:xfrm>
            <a:off x="8566450" y="4568875"/>
            <a:ext cx="4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Average"/>
                <a:ea typeface="Average"/>
                <a:cs typeface="Average"/>
                <a:sym typeface="Average"/>
              </a:rPr>
              <a:t>7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